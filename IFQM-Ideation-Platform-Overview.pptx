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multi-tenant employee ideation platform: employees submit improvement ideas, AI scores them for quality, and a structured approval workflow routes them to the right manager. This deck covers what it is, how the workflow runs, and the newly added bulk employee import.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argument: the constraint is not idea supply, it is routing, triage and measurement. The platform addresses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states. The escalation step is what stops ideas from silently dying — the single most common failure of email-based schemes.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wizard deliberately forces structure: describing the current situation with evidence and a specific solution is what lets the scoring engine tell a real idea from a vague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87 vs 12 example is real output from the live system, not a mock-up. It shows the engine rewards evidence and a concrete mechanism, and penalises generic phrasing.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review modes cover both a normal reporting line and a formal committee. The audit trail is what makes the programme defensible to an auditor.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is the real running app. Interface is available in English, Hindi and five regional Indian languages, with light and dark themes.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matters: this is the onboarding blocker for any large tenant. The timings are measured, not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preview from a real 17-row upload run during this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rejections from the test upload: an impossible date, an invalid email, and a privilege-escalation attempt that the RBAC check refused. These are the guarantees that make bulk import safe to hand to a customer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outcome of the test import: 12 created, 5 correctly refused, manager chains resolved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 names shown are illustrative. Each organisation gets its own MySQL schema, provisioned from a single consolidated schema file; the master registry only maps a slug to a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what is shippable now versus what is planned. Bulk import is the newest addition and removes the last onboarding blocker for a large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Ideation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frontline observations into measured improvements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703320"/>
            <a:ext cx="45720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977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 ·  Workflow  ·  Bulk employee import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organisation has employees who can see what is broken. The problem is never the ideas — it is that there is nowhere structured for them to go, and no way to tell a good one from a vague one at volume.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429000"/>
          </a:xfrm>
          <a:prstGeom prst="roundRect">
            <a:avLst>
              <a:gd name="adj" fmla="val 16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live in email threads, WhatsApp and corridor conversations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knows which manager owns a decision, so nothing is decided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ideas and throwaway ones arrive looking identical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measured, so leadership cannot see any return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429000"/>
          </a:xfrm>
          <a:prstGeom prst="roundRect">
            <a:avLst>
              <a:gd name="adj" fmla="val 1600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377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platform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guided form captures the problem, the fix and the expected benefit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is routed to a named reviewer with a deadline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each idea 0–100 across six dimensions before a human reads it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ROI and analytics make the programme measurable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lifecycle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moves through five states. Each transition is written to an append-only audit trail with the actor and timestamp.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2743200"/>
          </a:xfrm>
          <a:prstGeom prst="roundRect">
            <a:avLst>
              <a:gd name="adj" fmla="val 263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7744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324612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completes the 5-step wizard. AI scores it immediately.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4434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42616" y="32918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52928" y="2148840"/>
            <a:ext cx="2084832" cy="2743200"/>
          </a:xfrm>
          <a:prstGeom prst="roundRect">
            <a:avLst>
              <a:gd name="adj" fmla="val 263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37744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108960" y="324612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their direct manager with an SLA deadline.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46904" y="32918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157216" y="2148840"/>
            <a:ext cx="2084832" cy="2743200"/>
          </a:xfrm>
          <a:prstGeom prst="roundRect">
            <a:avLst>
              <a:gd name="adj" fmla="val 2632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237744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541324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13248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13248" y="324612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Auto-climbs the reporting chain if the SLA lapses.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51192" y="32918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61504" y="2148840"/>
            <a:ext cx="2084832" cy="2743200"/>
          </a:xfrm>
          <a:prstGeom prst="roundRect">
            <a:avLst>
              <a:gd name="adj" fmla="val 263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237744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7717536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17536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717536" y="324612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final-approver role signs off the decision.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17536" y="4434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pts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555480" y="32918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765792" y="2148840"/>
            <a:ext cx="2084832" cy="2743200"/>
          </a:xfrm>
          <a:prstGeom prst="roundRect">
            <a:avLst>
              <a:gd name="adj" fmla="val 263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21824" y="237744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Text 31"/>
          <p:cNvSpPr/>
          <p:nvPr/>
        </p:nvSpPr>
        <p:spPr>
          <a:xfrm>
            <a:off x="10021824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21824" y="29077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0021824" y="3246120"/>
            <a:ext cx="1627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target date tracked; ROI recorded.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021824" y="4434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 pts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2852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the safety net.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never dies in someone's queue — if a reviewer misses the SLA, it climbs to their manager automatically, and the review queue flags it in red until someone acts.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an idea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short steps. The form asks for evidence, not just an opinion — which is what makes the ideas scoreable.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23774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6060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today, with evidence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145536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31272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3558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fix, specific and actionable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895344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8770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410565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drawings or supporting files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645152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645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46268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Co-Suggesters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48554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colleagues; link an innovation challenge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394960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394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53766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Submit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56052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AI score before sending</a:t>
            </a:r>
            <a:endParaRPr lang="en-US" sz="1150" dirty="0"/>
          </a:p>
        </p:txBody>
      </p:sp>
      <p:pic>
        <p:nvPicPr>
          <p:cNvPr id="25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91640"/>
            <a:ext cx="5852160" cy="365760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11827">
                <a:alpha val="18000"/>
              </a:srgbClr>
            </a:outerShdw>
          </a:effectLst>
        </p:spPr>
      </p:pic>
      <p:sp>
        <p:nvSpPr>
          <p:cNvPr id="26" name="Text 23"/>
          <p:cNvSpPr/>
          <p:nvPr/>
        </p:nvSpPr>
        <p:spPr>
          <a:xfrm>
            <a:off x="5806440" y="54589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the submission wizard, with the progress rail across the top.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scoring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idea is scored 0–100 across six dimensions the moment it is submitted, so reviewers read the strongest ideas first.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965960" cy="749808"/>
          </a:xfrm>
          <a:prstGeom prst="roundRect">
            <a:avLst>
              <a:gd name="adj" fmla="val 731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Clarity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487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22860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697480" y="2103120"/>
            <a:ext cx="1965960" cy="749808"/>
          </a:xfrm>
          <a:prstGeom prst="roundRect">
            <a:avLst>
              <a:gd name="adj" fmla="val 731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Quality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62072" y="2487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2860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846320" y="2103120"/>
            <a:ext cx="1965960" cy="749808"/>
          </a:xfrm>
          <a:prstGeom prst="roundRect">
            <a:avLst>
              <a:gd name="adj" fmla="val 731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10912" y="2487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2860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1965960" cy="749808"/>
          </a:xfrm>
          <a:prstGeom prst="roundRect">
            <a:avLst>
              <a:gd name="adj" fmla="val 731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136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3401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32004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2697480" y="3017520"/>
            <a:ext cx="1965960" cy="749808"/>
          </a:xfrm>
          <a:prstGeom prst="roundRect">
            <a:avLst>
              <a:gd name="adj" fmla="val 731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62072" y="3136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62072" y="3401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32004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4846320" y="3017520"/>
            <a:ext cx="1965960" cy="749808"/>
          </a:xfrm>
          <a:prstGeom prst="roundRect">
            <a:avLst>
              <a:gd name="adj" fmla="val 731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136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10912" y="3401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2004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48640" y="4069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2.0 Flash scores each idea, with a built-in heuristic model as an automatic fallback — if the AI is unreachable or unconfigured, scoring silently continues offline.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95160" y="2103120"/>
            <a:ext cx="4617720" cy="3246120"/>
          </a:xfrm>
          <a:prstGeom prst="roundRect">
            <a:avLst>
              <a:gd name="adj" fmla="val 169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2286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in the live system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69480" y="2670048"/>
            <a:ext cx="4069080" cy="1115568"/>
          </a:xfrm>
          <a:prstGeom prst="roundRect">
            <a:avLst>
              <a:gd name="adj" fmla="val 4918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24928" y="292608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27532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"Barcode scanning to cut goods-receipt errors" — quantified problem, named mechanism, costed benefit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269480" y="3968496"/>
            <a:ext cx="4069080" cy="1115568"/>
          </a:xfrm>
          <a:prstGeom prst="roundRect">
            <a:avLst>
              <a:gd name="adj" fmla="val 491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422452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8275320" y="413308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"Improve the canteen queue" — no evidence, no mechanism, no measure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69480" y="543153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scores produced by the running system during this review.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escalation and approval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mode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routes to the submitter's direct manager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climbs the reporting chain level by level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SLA lapses, it escalates automatically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final-approver role can close the decision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mode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1901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Multi-reviewer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assigns several reviewers plus a threshold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reviewer votes independently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finalises once the threshold is met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100% threshold, any single rejection blocks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474720" cy="3200400"/>
          </a:xfrm>
          <a:prstGeom prst="roundRect">
            <a:avLst>
              <a:gd name="adj" fmla="val 1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ladder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1901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levels of access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0" y="2368296"/>
            <a:ext cx="6400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13648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Super Admin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0" y="2642616"/>
            <a:ext cx="6400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13648" y="25603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0" y="2916936"/>
            <a:ext cx="6400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2834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12480" y="3191256"/>
            <a:ext cx="64008" cy="64008"/>
          </a:xfrm>
          <a:prstGeom prst="rect">
            <a:avLst/>
          </a:prstGeom>
          <a:solidFill>
            <a:srgbClr val="9CA3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13648" y="31089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12480" y="3465576"/>
            <a:ext cx="64008" cy="64008"/>
          </a:xfrm>
          <a:prstGeom prst="rect">
            <a:avLst/>
          </a:prstGeom>
          <a:solidFill>
            <a:srgbClr val="9CA3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13648" y="33832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0" y="3739896"/>
            <a:ext cx="64008" cy="64008"/>
          </a:xfrm>
          <a:prstGeom prst="rect">
            <a:avLst/>
          </a:prstGeom>
          <a:solidFill>
            <a:srgbClr val="9CA3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13648" y="3657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Project Lead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12480" y="4014216"/>
            <a:ext cx="64008" cy="64008"/>
          </a:xfrm>
          <a:prstGeom prst="rect">
            <a:avLst/>
          </a:prstGeom>
          <a:solidFill>
            <a:srgbClr val="9CA3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3931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12480" y="4288536"/>
            <a:ext cx="64008" cy="64008"/>
          </a:xfrm>
          <a:prstGeom prst="rect">
            <a:avLst/>
          </a:prstGeom>
          <a:solidFill>
            <a:srgbClr val="9CA3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13648" y="4206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983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is recorded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68680" y="52578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audit trail is append-only: who acted, what they decided, and when. Reviewers see SLA badges — grey when a review is due, red once it is overdue — and can bulk-approve or bulk-reject during high-volume periods.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see</a:t>
            </a:r>
            <a:endParaRPr lang="en-US" sz="3200" dirty="0"/>
          </a:p>
        </p:txBody>
      </p:sp>
      <p:pic>
        <p:nvPicPr>
          <p:cNvPr id="4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589520" cy="474573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11827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412480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177393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by state, plus what needs the viewer's attention now.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0" y="2651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29443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see only what is theirs, with SLA badges.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0" y="3822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0" y="41148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heatmaps, ROI and implementation tracking.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4992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52852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make participation visible and rewarded.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1996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from the running system.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ADDED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Bulk employee import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organisation can use any of the above, every employee needs an account. For a plant with 10,000 staff, creating those by hand was the single thing standing between a signed customer and a working rollout.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per upload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64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per file (15 MB)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1089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10,000 accounts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3364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 seconds for 1,000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33172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while it runs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3364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background job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org admin uses it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7914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Excel template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01568" y="4754880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3401568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58768" y="47914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one row per employee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4496" y="4754880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254496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11696" y="47914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— see a dry-run preview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07424" y="4754880"/>
            <a:ext cx="347472" cy="34747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9107424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64624" y="47914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— accounts are created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327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written until step 4. </a:t>
            </a:r>
            <a:pPr indent="0" marL="0">
              <a:buNone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preview is a true dry run — the admin sees exactly what will be created and what will be skipped, before a single account exists.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anything is created</a:t>
            </a:r>
            <a:endParaRPr lang="en-US" sz="3200" dirty="0"/>
          </a:p>
        </p:txBody>
      </p:sp>
      <p:pic>
        <p:nvPicPr>
          <p:cNvPr id="4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589520" cy="474573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11827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41248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dry run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184708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sheet is parsed and validated against the live database. Nothing is written yet.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up front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0" y="326440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will be created, 5 skipped, 17 rows read — before committing.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0" y="4389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passwords shown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0" y="468172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can see and distribute them immediately.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12480" y="5532120"/>
            <a:ext cx="3200400" cy="594360"/>
          </a:xfrm>
          <a:prstGeom prst="roundRect">
            <a:avLst>
              <a:gd name="adj" fmla="val 9231"/>
            </a:avLst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7072" y="559612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passwords are guessable by design — the server blocks every other action until the employee changes theirs.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61996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dry-run preview from the running system.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import refuses to do</a:t>
            </a:r>
            <a:endParaRPr lang="en-US" sz="3200" dirty="0"/>
          </a:p>
        </p:txBody>
      </p:sp>
      <p:pic>
        <p:nvPicPr>
          <p:cNvPr id="4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428853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11827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680960" y="1444752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7973568" y="1417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modifies an existing user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73568" y="16916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 employee ID or email is skipped and reported. An upload can never overwrite a role or reset a password.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2615184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7973568" y="25877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escalate privileges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73568" y="286207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row's role is checked against what that admin may assign. Typing "super_admin" into a cell gets the row rejected.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3785616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7973568" y="3758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circular reporting lines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73568" y="403250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reports to B, B reports to A — refused, rather than hanging the org chart.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80960" y="4956048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7973568" y="4928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73568" y="520293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rows insert in one transaction. There is no half-imported state to clean up.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5806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rows are listed in the preview and downloadable as a CSV. Fix them, upload again — the employees already created are simply skipped.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3200" dirty="0"/>
          </a:p>
        </p:txBody>
      </p:sp>
      <p:pic>
        <p:nvPicPr>
          <p:cNvPr id="4" name="Image 0" descr="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589520" cy="474573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11827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412480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lines resolved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412480" y="177393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are linked automatically, even when the manager appears further down the same sheet.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12480" y="2852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signed in yet" tracking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0" y="314553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exactly which accounts still hold a temporary password, so admins know who to chase.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12480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you can watch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12480" y="451713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reports its phase — securing passwords, then creating accounts — and the app stays responsive.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12480" y="5532120"/>
            <a:ext cx="320040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7072" y="559612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employees created · 5 rows skipped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1996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list after a live import — imported staff, their roles and resolved managers.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tenancy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one deployment, and a separate database per organisation — so no query can cross a tenant boundary.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237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950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app. Light/dark themes. English, Hindi and five regional Indian languages.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286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25237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88950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API. JWT sessions with an 8-hour lifetime. Role checks on every route.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86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25237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288950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 throughout. One schema per tenant, plus a registry.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97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" y="470916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64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ifqm_master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51023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registry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0" y="4983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611880" y="47091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486460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ifqm_acme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85032" y="510235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database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23560" y="47091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96712" y="486460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ifqm_tvs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96712" y="510235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database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35240" y="47091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486460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ifqm_lnt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08392" y="510235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database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646920" y="47091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0072" y="486460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ifqm_jain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20072" y="510235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database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338560" y="6355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Five-step submission with AI scoring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and committee review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Escalation, SLAs and audit trail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ROI and leaderboard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with isolated databases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employee import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92240" y="2240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260604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(Azure AD, Google, Okta)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and ERP integration via webhooks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emails and manager summaries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PDF board reports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progressive web app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57200" cy="2743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Ideation Platform</dc:title>
  <dc:subject>PptxGenJS Presentation</dc:subject>
  <dc:creator>IFQM</dc:creator>
  <cp:lastModifiedBy>IFQM</cp:lastModifiedBy>
  <cp:revision>1</cp:revision>
  <dcterms:created xsi:type="dcterms:W3CDTF">2026-07-16T07:56:56Z</dcterms:created>
  <dcterms:modified xsi:type="dcterms:W3CDTF">2026-07-16T07:56:56Z</dcterms:modified>
</cp:coreProperties>
</file>